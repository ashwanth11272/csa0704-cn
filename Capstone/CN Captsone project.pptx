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4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E-READER RESOURCE ALLOCATION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CPU, Memory, Storage, and Battery for Optimal Performance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· [Name 2] · [Name 3] · [Name 4]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Subject  ·  Instructor Name  ·  Date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Resource Allocation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an E-Reader?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E-readers (Kindle, Nook, Kobo) are purpose-built devices — unlike smartphones, they run one primary function: reading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minimal hardware by design: low-power CPU (~1GHz), 256MB–1GB RAM, 4–32GB storage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still expect instant page turns, weeks of battery life, and zero crashes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= how the OS decides which process gets which resource, how much, and when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21031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0" y="2258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4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542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1546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0" y="33101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4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42062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0" y="43616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52578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5413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696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Hardware, Competing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Happens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E-readers intentionally use weaker CPUs and less RAM than tablets — to cut cost, heat, and power draw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compete at once: rendering, Wi-Fi sync, indexing, OTA checks, note auto-save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how do we protect the primary task (reading) from secondary tasks (syncing, updating)?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 of Poor Allocation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3317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45059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331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Page-turn lag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41071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291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freezing on large PDFs / eBooks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42519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7083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251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battery drain from background radio use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52120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533095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fragmentation over time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Resources in an E-Reader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4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Rendering, touch/button input, background OS 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459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Open-book data, render cache, active background processes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6459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PDFs, dictionaries, annotations — system + user partitions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858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constraint — target is weeks, not hours, per charge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6576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858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draws power only during refresh, not while static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CPU, memory, storage, and battery are allocated in commercial e-readers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8892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7919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 — memory overflow, battery spikes, storage bloat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6850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85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75304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structured allocation model prioritizing foreground reading tasks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58114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71416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trade-offs between responsiveness and power efficiency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477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44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36752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 that scale as e-readers add multitasking features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app, store client, Wi-Fi settings, dictionary, notes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8163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1635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Arbitrates CPU time, memory pages, and power states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849624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3A4B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496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Firmware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84962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Linux or proprietary firmware controlling hardware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88289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8289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88289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 chip, flash storage, battery, E-ink panel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Flow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4231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reading — highest priority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User-initiated actions (search, lookup)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sync/indexing — deferred until idle or charging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crash never affects the core reading function.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Allocation Strategy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RAM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3E8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185623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496312" y="2148840"/>
            <a:ext cx="1856232" cy="50292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reserve ~35% (reading engine)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24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tasks ~35%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cache pool ~30%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allocation: fixed RAM block reserved for the reading engine so it's never starved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allocation: given on-demand to dictionary lookups, search indexing, store/browser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next 2–3 pages pre-rendered while user reads — makes page turns feel instant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Reclamation: memory is flushed and freed once a book/app is closed (garbage collection)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502920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20574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121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8803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pre-caching wastes memory and battery. Too little causes visible lag when turning pages. Finding the right balance is the central design decision in memory management.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and Task Scheduling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019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task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12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the current page — highest priority, can interrupt lower tasks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986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62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User-initiated tasks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729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note-taking — medium priority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58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22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33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OTA checks — lowest priority, run only when idle or charging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4206240" cy="434340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895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Active 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423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&lt;5%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6118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time spent active during normal reading — most power savings come from aggressive idle scheduling, not a faster processor.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and Power Allocation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per subsystem based on remaining battery %; below 20%, non-essential tasks are frozen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Refresh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drawn only during page transition; partial refresh redraws only changed pixels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Management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Wi-Fi/Bluetooth are the biggest drains — auto-off immediately after sync completes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023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Frontlight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auto-adjusts to ambient light and user preference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Allocation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3A4B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Partition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OS, firmware, core apps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Partition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— books, PDFs, notes, highlights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Partition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— thumbnails, search index; LRU eviction when full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content is written sequentially where possible to reduce fragmentation; the system warns the user near 90% capacity and suggests archiving to the cloud.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Algorithms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reading task is never preempted — zero lag while 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65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 each get an equal time slice; no single task monopolizes the CPU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69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Eviction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Least-Recently-Used data is cleared first from memory and storage cache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69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Voltage/Frequency Scaling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709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clock speed drops for light tasks, rises only for heavy ones (e.g. large PDFs)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combine all four — a hybrid model gives the best real-world results.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Kindle-Style Resource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514600"/>
            <a:ext cx="98755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Book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instantly allocated to the render engine; next pages pre-cached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4747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progress updates silently at low priority — never interrupts rendering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2194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78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Hits 20%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4747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Non-essential background tasks freeze; frontlight brightness is reduced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212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212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Overnight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4747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runs storage cleanup and checks for firmware updates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257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refreshes only on page-turn; Wi-Fi activates only for setup, manual sync, and store browsing, then disconnects automatically.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379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Battery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83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CPU/memory for faster rendering directly reduces battery life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340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 Constraint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67919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RAM (often &lt;1GB) causes lag or forced closures with multiple apps open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7530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8503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85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6301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Conflicts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57530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cloud backup needs network activity — conflicts with power-saving goals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7141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58114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Ceiling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47141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CPU/RAM caps what software optimization alone can achieve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675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47725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422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536752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long-term use fragments storage, slowing access to large libraries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and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Pre-fetching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when a chapter ends and pre-loads only the next 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574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Power (ML)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usage patterns to pre-schedule syncs around user habits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0574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Offloading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tasks like translation and complex search run on the 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Multitasking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03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sophisticated allocation model as browsers/notes/audio are added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0233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41B49"/>
          </a:solidFill>
          <a:ln w="12700">
            <a:solidFill>
              <a:srgbClr val="3440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51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Fast-Charging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303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charge time while preserving battery health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 allocation is the single biggest factor in an e-reader's usability — more than raw specs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CPU scheduling + smart caching + power management + storage partitioning together enable weeks of battery life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storage, and battery cannot be optimized in isolation — decisions in one affect all the others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10515600" cy="0"/>
          </a:xfrm>
          <a:prstGeom prst="line">
            <a:avLst/>
          </a:prstGeom>
          <a:noFill/>
          <a:ln w="12700">
            <a:solidFill>
              <a:srgbClr val="3440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resource management textbook chapters · Kindle/Kobo developer documentation · cited research papers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2026-08-30T06:56:01Z</dcterms:created>
  <dcterms:modified xsi:type="dcterms:W3CDTF">2026-08-30T06:56:01Z</dcterms:modified>
</cp:coreProperties>
</file>